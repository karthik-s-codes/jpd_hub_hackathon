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HK Grotesk Bold Italics" charset="1" panose="00000800000000000000"/>
      <p:regular r:id="rId12"/>
    </p:embeddedFont>
    <p:embeddedFont>
      <p:font typeface="HK Grotesk Light" charset="1" panose="00000400000000000000"/>
      <p:regular r:id="rId13"/>
    </p:embeddedFont>
    <p:embeddedFont>
      <p:font typeface="Gilda Display" charset="1" panose="02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1225" y="6787402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629650" cy="8953500"/>
            <a:chOff x="0" y="0"/>
            <a:chExt cx="1336959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6959" cy="1387131"/>
            </a:xfrm>
            <a:custGeom>
              <a:avLst/>
              <a:gdLst/>
              <a:ahLst/>
              <a:cxnLst/>
              <a:rect r="r" b="b" t="t" l="l"/>
              <a:pathLst>
                <a:path h="1387131" w="1336959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99" r="0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0167938" y="1147444"/>
            <a:ext cx="6886575" cy="399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639"/>
              </a:lnSpc>
            </a:pPr>
            <a:r>
              <a:rPr lang="en-US" b="true" sz="75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Smart Link Hub </a:t>
            </a:r>
          </a:p>
          <a:p>
            <a:pPr algn="l" marL="0" indent="0" lvl="0">
              <a:lnSpc>
                <a:spcPts val="9799"/>
              </a:lnSpc>
            </a:pPr>
            <a:r>
              <a:rPr lang="en-US" b="true" sz="69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Generator</a:t>
            </a:r>
          </a:p>
          <a:p>
            <a:pPr algn="l" marL="0" indent="0" lvl="0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 rule-based intelligent link management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67937" y="5779903"/>
            <a:ext cx="6886575" cy="2564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Team Name:CodeStorm </a:t>
            </a:r>
          </a:p>
          <a:p>
            <a:pPr algn="l">
              <a:lnSpc>
                <a:spcPts val="5879"/>
              </a:lnSpc>
            </a:pPr>
          </a:p>
          <a:p>
            <a:pPr algn="l" marL="0" indent="0" lvl="0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Hackathon: IIT Ropar JPD Hub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24162" y="531178"/>
            <a:ext cx="12639675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Pr</a:t>
            </a: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oblem &amp; Need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20695" y="1659572"/>
            <a:ext cx="13846611" cy="813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72"/>
              </a:lnSpc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The Pr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oblem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People share many links using one bio link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Existing tools:</a:t>
            </a:r>
          </a:p>
          <a:p>
            <a:pPr algn="l" marL="1419095" indent="-473032" lvl="2">
              <a:lnSpc>
                <a:spcPts val="4272"/>
              </a:lnSpc>
              <a:buFont typeface="Arial"/>
              <a:buChar char="⚬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Are static</a:t>
            </a:r>
          </a:p>
          <a:p>
            <a:pPr algn="l" marL="1419095" indent="-473032" lvl="2">
              <a:lnSpc>
                <a:spcPts val="4272"/>
              </a:lnSpc>
              <a:buFont typeface="Arial"/>
              <a:buChar char="⚬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No intelligence</a:t>
            </a:r>
          </a:p>
          <a:p>
            <a:pPr algn="l" marL="1419095" indent="-473032" lvl="2">
              <a:lnSpc>
                <a:spcPts val="4272"/>
              </a:lnSpc>
              <a:buFont typeface="Arial"/>
              <a:buChar char="⚬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No personalization</a:t>
            </a:r>
          </a:p>
          <a:p>
            <a:pPr algn="l" marL="1419095" indent="-473032" lvl="2">
              <a:lnSpc>
                <a:spcPts val="4272"/>
              </a:lnSpc>
              <a:buFont typeface="Arial"/>
              <a:buChar char="⚬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No performance optimization</a:t>
            </a:r>
          </a:p>
          <a:p>
            <a:pPr algn="l">
              <a:lnSpc>
                <a:spcPts val="4272"/>
              </a:lnSpc>
            </a:pPr>
          </a:p>
          <a:p>
            <a:pPr algn="l">
              <a:lnSpc>
                <a:spcPts val="4272"/>
              </a:lnSpc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What is Needed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 single smart link that:</a:t>
            </a:r>
          </a:p>
          <a:p>
            <a:pPr algn="l" marL="1419095" indent="-473032" lvl="2">
              <a:lnSpc>
                <a:spcPts val="4272"/>
              </a:lnSpc>
              <a:buFont typeface="Arial"/>
              <a:buChar char="⚬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Adapts by time, device, location</a:t>
            </a:r>
          </a:p>
          <a:p>
            <a:pPr algn="l" marL="1419095" indent="-473032" lvl="2">
              <a:lnSpc>
                <a:spcPts val="4272"/>
              </a:lnSpc>
              <a:buFont typeface="Arial"/>
              <a:buChar char="⚬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Learns from user behavior</a:t>
            </a:r>
          </a:p>
          <a:p>
            <a:pPr algn="l" marL="1419095" indent="-473032" lvl="2">
              <a:lnSpc>
                <a:spcPts val="4272"/>
              </a:lnSpc>
              <a:buFont typeface="Arial"/>
              <a:buChar char="⚬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Shows best content automatically</a:t>
            </a:r>
          </a:p>
          <a:p>
            <a:pPr algn="l">
              <a:lnSpc>
                <a:spcPts val="4272"/>
              </a:lnSpc>
            </a:pPr>
          </a:p>
          <a:p>
            <a:pPr algn="l" marL="0" indent="0" lvl="0">
              <a:lnSpc>
                <a:spcPts val="4272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76562" y="683578"/>
            <a:ext cx="12639675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Our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20695" y="2625865"/>
            <a:ext cx="13846611" cy="6507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72"/>
              </a:lnSpc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Our S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olution</a:t>
            </a:r>
          </a:p>
          <a:p>
            <a:pPr algn="l" marL="0" indent="0" lvl="0">
              <a:lnSpc>
                <a:spcPts val="4272"/>
              </a:lnSpc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💡 Smart Link Hub Generator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One public shareable link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Rule 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Engine decides:</a:t>
            </a:r>
          </a:p>
          <a:p>
            <a:pPr algn="l" marL="1419095" indent="-473032" lvl="2">
              <a:lnSpc>
                <a:spcPts val="4272"/>
              </a:lnSpc>
              <a:buFont typeface="Arial"/>
              <a:buChar char="⚬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⏰ When to show links</a:t>
            </a:r>
          </a:p>
          <a:p>
            <a:pPr algn="l" marL="1419095" indent="-473032" lvl="2">
              <a:lnSpc>
                <a:spcPts val="4272"/>
              </a:lnSpc>
              <a:buFont typeface="Arial"/>
              <a:buChar char="⚬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📱 On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which device</a:t>
            </a:r>
          </a:p>
          <a:p>
            <a:pPr algn="l" marL="1419095" indent="-473032" lvl="2">
              <a:lnSpc>
                <a:spcPts val="4272"/>
              </a:lnSpc>
              <a:buFont typeface="Arial"/>
              <a:buChar char="⚬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🌍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In which country</a:t>
            </a:r>
          </a:p>
          <a:p>
            <a:pPr algn="l" marL="1419095" indent="-473032" lvl="2">
              <a:lnSpc>
                <a:spcPts val="4272"/>
              </a:lnSpc>
              <a:buFont typeface="Arial"/>
              <a:buChar char="⚬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📈 Based 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on performance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Auto-sorting s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hows best links first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Analytics dashboard tracks everything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Expo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rt reports as CSV &amp; PDF</a:t>
            </a:r>
          </a:p>
          <a:p>
            <a:pPr algn="l" marL="0" indent="0" lvl="0">
              <a:lnSpc>
                <a:spcPts val="4272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527442">
            <a:off x="14501108" y="-542231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8962" y="278765"/>
            <a:ext cx="12639675" cy="22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How It Works (Architecture)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73095" y="2778265"/>
            <a:ext cx="13846611" cy="6507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72"/>
              </a:lnSpc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Sys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tem Flow:</a:t>
            </a:r>
          </a:p>
          <a:p>
            <a:pPr algn="l" marL="0" indent="0" lvl="0">
              <a:lnSpc>
                <a:spcPts val="4272"/>
              </a:lnSpc>
            </a:pPr>
          </a:p>
          <a:p>
            <a:pPr algn="l">
              <a:lnSpc>
                <a:spcPts val="4272"/>
              </a:lnSpc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Us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er → Public Hub → 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Rule 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Engine → Smart Filter &amp; Sort → Final Links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Fro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nt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end: React / Vue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Backend: API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+ Rule Engine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Da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tabase: St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ores hubs, links, rules, analytics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Real-time click tracking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Dynamic link rendering</a:t>
            </a:r>
          </a:p>
          <a:p>
            <a:pPr algn="l">
              <a:lnSpc>
                <a:spcPts val="4272"/>
              </a:lnSpc>
            </a:pPr>
          </a:p>
          <a:p>
            <a:pPr algn="l">
              <a:lnSpc>
                <a:spcPts val="4272"/>
              </a:lnSpc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Key Inn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ova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tion:</a:t>
            </a:r>
          </a:p>
          <a:p>
            <a:pPr algn="l">
              <a:lnSpc>
                <a:spcPts val="4272"/>
              </a:lnSpc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The system does not show all links — it decides what to show.</a:t>
            </a:r>
          </a:p>
          <a:p>
            <a:pPr algn="l" marL="0" indent="0" lvl="0">
              <a:lnSpc>
                <a:spcPts val="4272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527442">
            <a:off x="14501108" y="-542231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8962" y="278765"/>
            <a:ext cx="12639675" cy="22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Demo, Impact &amp; 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73095" y="2778265"/>
            <a:ext cx="13846611" cy="6507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72"/>
              </a:lnSpc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Wha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 We Built: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Full working MVP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All rule types imp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leme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nted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Live analytics + exports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Real-time sma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 b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ehavior</a:t>
            </a:r>
          </a:p>
          <a:p>
            <a:pPr algn="l">
              <a:lnSpc>
                <a:spcPts val="4272"/>
              </a:lnSpc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Impact: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aves 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user time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Impr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oves link performance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P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erfect for creators, startups, portfolios</a:t>
            </a:r>
          </a:p>
          <a:p>
            <a:pPr algn="l">
              <a:lnSpc>
                <a:spcPts val="4272"/>
              </a:lnSpc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Conclus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ion:</a:t>
            </a:r>
          </a:p>
          <a:p>
            <a:pPr algn="l">
              <a:lnSpc>
                <a:spcPts val="4272"/>
              </a:lnSpc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This is not a link list. This is an intelligent decision engine for links.</a:t>
            </a:r>
          </a:p>
          <a:p>
            <a:pPr algn="l" marL="0" indent="0" lvl="0">
              <a:lnSpc>
                <a:spcPts val="427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300848">
            <a:off x="12064338" y="5278644"/>
            <a:ext cx="13730046" cy="12931207"/>
          </a:xfrm>
          <a:custGeom>
            <a:avLst/>
            <a:gdLst/>
            <a:ahLst/>
            <a:cxnLst/>
            <a:rect r="r" b="b" t="t" l="l"/>
            <a:pathLst>
              <a:path h="12931207" w="13730046">
                <a:moveTo>
                  <a:pt x="0" y="0"/>
                </a:moveTo>
                <a:lnTo>
                  <a:pt x="13730046" y="0"/>
                </a:lnTo>
                <a:lnTo>
                  <a:pt x="13730046" y="12931207"/>
                </a:lnTo>
                <a:lnTo>
                  <a:pt x="0" y="12931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666750" y="838200"/>
            <a:ext cx="12944475" cy="763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8799">
                <a:solidFill>
                  <a:srgbClr val="00BFA6"/>
                </a:solidFill>
                <a:latin typeface="Gilda Display"/>
                <a:ea typeface="Gilda Display"/>
                <a:cs typeface="Gilda Display"/>
                <a:sym typeface="Gilda Display"/>
              </a:rPr>
              <a:t>Thank You</a:t>
            </a:r>
          </a:p>
          <a:p>
            <a:pPr algn="l">
              <a:lnSpc>
                <a:spcPts val="8799"/>
              </a:lnSpc>
            </a:pPr>
          </a:p>
          <a:p>
            <a:pPr algn="l">
              <a:lnSpc>
                <a:spcPts val="8799"/>
              </a:lnSpc>
            </a:pPr>
            <a:r>
              <a:rPr lang="en-US" sz="8799">
                <a:solidFill>
                  <a:srgbClr val="00BFA6"/>
                </a:solidFill>
                <a:latin typeface="Gilda Display"/>
                <a:ea typeface="Gilda Display"/>
                <a:cs typeface="Gilda Display"/>
                <a:sym typeface="Gilda Display"/>
              </a:rPr>
              <a:t>By Team CodeStorm</a:t>
            </a:r>
          </a:p>
          <a:p>
            <a:pPr algn="l">
              <a:lnSpc>
                <a:spcPts val="7200"/>
              </a:lnSpc>
            </a:pPr>
          </a:p>
          <a:p>
            <a:pPr algn="l">
              <a:lnSpc>
                <a:spcPts val="6600"/>
              </a:lnSpc>
            </a:pPr>
            <a:r>
              <a:rPr lang="en-US" sz="660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Karthik S</a:t>
            </a:r>
          </a:p>
          <a:p>
            <a:pPr algn="l">
              <a:lnSpc>
                <a:spcPts val="6600"/>
              </a:lnSpc>
            </a:pPr>
            <a:r>
              <a:rPr lang="en-US" sz="660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Monish K C</a:t>
            </a:r>
          </a:p>
          <a:p>
            <a:pPr algn="l">
              <a:lnSpc>
                <a:spcPts val="6600"/>
              </a:lnSpc>
            </a:pPr>
            <a:r>
              <a:rPr lang="en-US" sz="660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Kishan G C</a:t>
            </a:r>
          </a:p>
          <a:p>
            <a:pPr algn="l" marL="0" indent="0" lvl="0">
              <a:lnSpc>
                <a:spcPts val="6600"/>
              </a:lnSpc>
            </a:pPr>
            <a:r>
              <a:rPr lang="en-US" sz="660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Manish Kumar V 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DAG_nuXLY5o</dc:identifier>
  <dcterms:modified xsi:type="dcterms:W3CDTF">2011-08-01T06:04:30Z</dcterms:modified>
  <cp:revision>1</cp:revision>
  <dc:title>Hackathon Event By IIT Ropar</dc:title>
</cp:coreProperties>
</file>