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HK Grotesk Light Italics" charset="1" panose="00000400000000000000"/>
      <p:regular r:id="rId13"/>
    </p:embeddedFont>
    <p:embeddedFont>
      <p:font typeface="HK Grotesk Light" charset="1" panose="00000400000000000000"/>
      <p:regular r:id="rId14"/>
    </p:embeddedFont>
    <p:embeddedFont>
      <p:font typeface="Gilda Display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167938" y="1621088"/>
            <a:ext cx="6886575" cy="7044824"/>
            <a:chOff x="0" y="0"/>
            <a:chExt cx="9182100" cy="939309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52400"/>
              <a:ext cx="9182100" cy="527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639"/>
                </a:lnSpc>
              </a:pPr>
              <a:r>
                <a:rPr lang="en-US" b="true" sz="7599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Smart Link Hub </a:t>
              </a:r>
            </a:p>
            <a:p>
              <a:pPr algn="l" marL="0" indent="0" lvl="0">
                <a:lnSpc>
                  <a:spcPts val="97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Generator</a:t>
              </a:r>
            </a:p>
            <a:p>
              <a:pPr algn="l" marL="0" indent="0" lvl="0">
                <a:lnSpc>
                  <a:spcPts val="5600"/>
                </a:lnSpc>
              </a:pPr>
              <a:r>
                <a:rPr lang="en-US" sz="4000" i="true">
                  <a:solidFill>
                    <a:srgbClr val="FFFFFF"/>
                  </a:solidFill>
                  <a:latin typeface="HK Grotesk Light Italics"/>
                  <a:ea typeface="HK Grotesk Light Italics"/>
                  <a:cs typeface="HK Grotesk Light Italics"/>
                  <a:sym typeface="HK Grotesk Light Italics"/>
                </a:rPr>
                <a:t>A rule-based intelligent link management system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001987"/>
              <a:ext cx="9182100" cy="3391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</a:pPr>
              <a:r>
                <a:rPr lang="en-US" sz="4199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Team Name: CodeStorm</a:t>
              </a:r>
            </a:p>
            <a:p>
              <a:pPr algn="l">
                <a:lnSpc>
                  <a:spcPts val="5879"/>
                </a:lnSpc>
              </a:pPr>
            </a:p>
            <a:p>
              <a:pPr algn="l" marL="0" indent="0" lvl="0">
                <a:lnSpc>
                  <a:spcPts val="4340"/>
                </a:lnSpc>
              </a:pPr>
              <a:r>
                <a:rPr lang="en-US" sz="31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Hackathon: IIT Ropar JPD Hub Hackathon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4162" y="531178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</a:t>
            </a: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oblem &amp; Need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0695" y="1910007"/>
            <a:ext cx="13846611" cy="807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2"/>
              </a:lnSpc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Pr</a:t>
            </a: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oblem</a:t>
            </a:r>
          </a:p>
          <a:p>
            <a:pPr algn="l" marL="0" indent="0" lvl="0">
              <a:lnSpc>
                <a:spcPts val="4012"/>
              </a:lnSpc>
            </a:pPr>
          </a:p>
          <a:p>
            <a:pPr algn="l">
              <a:lnSpc>
                <a:spcPts val="4012"/>
              </a:lnSpc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People share many links using one bio link.</a:t>
            </a:r>
          </a:p>
          <a:p>
            <a:pPr algn="l">
              <a:lnSpc>
                <a:spcPts val="4012"/>
              </a:lnSpc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Existing tools: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Are static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Have n</a:t>
            </a: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 intelligence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 personalization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 performance optimization</a:t>
            </a:r>
          </a:p>
          <a:p>
            <a:pPr algn="l">
              <a:lnSpc>
                <a:spcPts val="4012"/>
              </a:lnSpc>
            </a:pPr>
          </a:p>
          <a:p>
            <a:pPr algn="l">
              <a:lnSpc>
                <a:spcPts val="4012"/>
              </a:lnSpc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What is Needed</a:t>
            </a:r>
          </a:p>
          <a:p>
            <a:pPr algn="l">
              <a:lnSpc>
                <a:spcPts val="4012"/>
              </a:lnSpc>
            </a:pPr>
          </a:p>
          <a:p>
            <a:pPr algn="l">
              <a:lnSpc>
                <a:spcPts val="4012"/>
              </a:lnSpc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single smart link that: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Adapts by time, device, and location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Learns from user behavior</a:t>
            </a:r>
          </a:p>
          <a:p>
            <a:pPr algn="l" marL="666368" indent="-333184" lvl="1">
              <a:lnSpc>
                <a:spcPts val="4012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Shows the best content automatically</a:t>
            </a:r>
          </a:p>
          <a:p>
            <a:pPr algn="l" marL="0" indent="0" lvl="0">
              <a:lnSpc>
                <a:spcPts val="401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6562" y="683578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0695" y="2897162"/>
            <a:ext cx="13846611" cy="59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Our 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olution: Smart Link Hub Generator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One public shareable link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Rule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Engine decides: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When to show links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which device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 which country</a:t>
            </a:r>
          </a:p>
          <a:p>
            <a:pPr algn="l" marL="1419095" indent="-473032" lvl="2">
              <a:lnSpc>
                <a:spcPts val="4272"/>
              </a:lnSpc>
              <a:buFont typeface="Arial"/>
              <a:buChar char="⚬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Based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 performance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Auto-sorting 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hows best links first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Analytics dashboard tracks everything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Expo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rt reports as CSV &amp; PDF</a:t>
            </a: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8962" y="278765"/>
            <a:ext cx="126396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How It Works (Architecture)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3095" y="3049562"/>
            <a:ext cx="13846611" cy="59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Sys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tem Flow: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Us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er → Public Hub →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Rule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Engine → Smart Filter &amp; Sort → Final Links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Fro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nt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end: React / Vue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Backend: API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+ Rule Engine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tabase: St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ores hubs, links, rules, and analytics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Real-time click tracking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Dynamic link rendering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Key Inn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ova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tion: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system does not show all links — it decides what to show.</a:t>
            </a:r>
          </a:p>
          <a:p>
            <a:pPr algn="l">
              <a:lnSpc>
                <a:spcPts val="4272"/>
              </a:lnSpc>
            </a:pP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8962" y="278765"/>
            <a:ext cx="126396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Demo, Impact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0695" y="2521585"/>
            <a:ext cx="13846611" cy="650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 We Built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Full working MVP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All rule types imp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leme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nted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Live analytics and exports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Real-time sma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 b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ehavior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Impact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aves 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user time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oves link performance</a:t>
            </a:r>
          </a:p>
          <a:p>
            <a:pPr algn="l" marL="709548" indent="-354774" lvl="1">
              <a:lnSpc>
                <a:spcPts val="4272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erfect for creators, startups, and portfolios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Conclus</a:t>
            </a: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ion</a:t>
            </a:r>
          </a:p>
          <a:p>
            <a:pPr algn="l">
              <a:lnSpc>
                <a:spcPts val="4272"/>
              </a:lnSpc>
            </a:pPr>
            <a:r>
              <a:rPr lang="en-US" sz="32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This is not a link list. This is an intelligent decision engine for links.</a:t>
            </a:r>
          </a:p>
          <a:p>
            <a:pPr algn="l" marL="0" indent="0" lvl="0">
              <a:lnSpc>
                <a:spcPts val="427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2944475" cy="763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BFA6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  <a:p>
            <a:pPr algn="l">
              <a:lnSpc>
                <a:spcPts val="8799"/>
              </a:lnSpc>
            </a:pPr>
          </a:p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BFA6"/>
                </a:solidFill>
                <a:latin typeface="Gilda Display"/>
                <a:ea typeface="Gilda Display"/>
                <a:cs typeface="Gilda Display"/>
                <a:sym typeface="Gilda Display"/>
              </a:rPr>
              <a:t>By Team CodeStorm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Karthik S</a:t>
            </a: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Monish K C</a:t>
            </a:r>
          </a:p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Kishan G C</a:t>
            </a:r>
          </a:p>
          <a:p>
            <a:pPr algn="l" marL="0" indent="0" lvl="0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Manish Kumar V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DAG_nuXLY5o</dc:identifier>
  <dcterms:modified xsi:type="dcterms:W3CDTF">2011-08-01T06:04:30Z</dcterms:modified>
  <cp:revision>1</cp:revision>
  <dc:title>Hackathon Event By IIT Ropar</dc:title>
</cp:coreProperties>
</file>